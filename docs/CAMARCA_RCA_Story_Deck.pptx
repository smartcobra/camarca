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CAMARCA: Root Cause Analysis for Microservices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What problem we solve, why it matters, how the method works, and proof from recent RCA papers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2004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Logs + Traces +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645920"/>
            <a:ext cx="2926080" cy="45720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 + LLM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645920"/>
            <a:ext cx="2468880" cy="457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Structured RCA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446"/>
                </a:solidFill>
              </a:defRPr>
            </a:pPr>
            <a:r>
              <a:t>Objective: reduce MTTR by fast and explainable fault localization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Context: inspired by RC-LLM (2026) and MicroRCA-Agent (2025)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Deliverable: production-ready CAMARCA flow with API/UI + evidence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Sources: RC-LLM paper + MicroRCA-Agent paper + CAMARCA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1) What Are We Solving?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Operational Pain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Microservice failures propagate across many services; manual RCA is slow and noisy.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2801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Data Challenge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Signals are heterogeneous: logs (text), traces (graphs), metrics (time series).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Business Impact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Longer outage windows and higher mean time to repair (MTTR).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446"/>
                </a:solidFill>
              </a:defRPr>
            </a:pPr>
            <a:r>
              <a:t>Need: automated root cause localization with interpretable evidence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Constraint: data may be incomplete; method must degrade gracefully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Goal: output component + reason + reasoning trace in structured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2) Why This Approach? (Paper Evidence)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577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RC-LLM (2026)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Residual multi-source fusion + LLM reasoning improves RCA performance over naive LLM input.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28016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MicroRCA-Agent (2025)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Agentic multimodal pipeline shows strong score (50.71) and complementary value across modalities.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446"/>
                </a:solidFill>
              </a:defRPr>
            </a:pPr>
            <a:r>
              <a:t>RC-LLM iteration: 23.75% (naive) -&gt; 48.25% (residual fusion)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MicroRCA-Agent ablation: Log+Metric = 51.27, all three = 50.71</a:t>
            </a:r>
          </a:p>
          <a:p>
            <a:pPr>
              <a:defRPr sz="2000">
                <a:solidFill>
                  <a:srgbClr val="132446"/>
                </a:solidFill>
              </a:defRPr>
            </a:pPr>
            <a:r>
              <a:t>Takeaway: high-quality filtering + multimodal fusion &gt; raw concatenation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Numbers extracted from the two referenced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3) CAMARCA Design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194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Ingest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UTC normalize</a:t>
            </a:r>
            <a:br/>
            <a:r>
              <a:t>window filter</a:t>
            </a:r>
            <a:br/>
            <a:r>
              <a:t>bucket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Log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Template extraction</a:t>
            </a:r>
            <a:br/>
            <a:r>
              <a:t>service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37160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Trace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Parent-service enrich</a:t>
            </a:r>
            <a:br/>
            <a:r>
              <a:t>dynamic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108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Metric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Feature prep</a:t>
            </a:r>
            <a:br/>
            <a:r>
              <a:t>IsolationForest anomalies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011680"/>
            <a:ext cx="228600" cy="0"/>
          </a:xfrm>
          <a:prstGeom prst="line">
            <a:avLst/>
          </a:prstGeom>
          <a:ln w="2794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03520" y="2011680"/>
            <a:ext cx="320040" cy="0"/>
          </a:xfrm>
          <a:prstGeom prst="line">
            <a:avLst/>
          </a:prstGeom>
          <a:ln w="2794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2011680"/>
            <a:ext cx="320040" cy="0"/>
          </a:xfrm>
          <a:prstGeom prst="line">
            <a:avLst/>
          </a:prstGeom>
          <a:ln w="2794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20240" y="3291840"/>
            <a:ext cx="3657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Dynamic Graph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build_dynamic_service_dependency_graph()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291840"/>
            <a:ext cx="5577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Residual Confidence Fusion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residual_confidence_fusion() + modality_confidences()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4114800"/>
            <a:ext cx="228600" cy="0"/>
          </a:xfrm>
          <a:prstGeom prst="line">
            <a:avLst/>
          </a:prstGeom>
          <a:ln w="2794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212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32446"/>
                </a:solidFill>
              </a:defRPr>
            </a:pPr>
            <a:r>
              <a:t>Result: ranked components, confidence scores, reasoning evidence payloads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4) How It Works (Build 1/3)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Use these 3 slides as click-through animation in presentation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32446"/>
                </a:solidFill>
              </a:defRPr>
            </a:pPr>
            <a:r>
              <a:t>Step A: parse incident window from prompt or timestamps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B: load logs/traces/metrics for the window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C: if metric slice empty, expand halo (60/300/900s)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2120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Speaker note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Reveal one bullet per click to mimic animation if your PPT viewer does not support complex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4) How It Works (Build 2/3)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Use these 3 slides as click-through animation in presentation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32446"/>
                </a:solidFill>
              </a:defRPr>
            </a:pPr>
            <a:r>
              <a:t>Step A-C from previous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D: per-modality processing (templates, trace enrichment, anomaly flags)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E: construct baseline windows pre/post fault with safety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2120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Speaker note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Reveal one bullet per click to mimic animation if your PPT viewer does not support complex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4) How It Works (Build 3/3)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Use these 3 slides as click-through animation in presentation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32446"/>
                </a:solidFill>
              </a:defRPr>
            </a:pPr>
            <a:r>
              <a:t>Step A-E from previous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F: dynamic service dependency graph</a:t>
            </a:r>
          </a:p>
          <a:p>
            <a:pPr>
              <a:defRPr sz="2400">
                <a:solidFill>
                  <a:srgbClr val="132446"/>
                </a:solidFill>
              </a:defRPr>
            </a:pPr>
            <a:r>
              <a:t>Step G: residual fusion ranking + global modality confidences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2120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Speaker note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Reveal one bullet per click to mimic animation if your PPT viewer does not support complex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5) Core Mathematics (From CAMARCA + Papers)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32446"/>
                </a:solidFill>
              </a:defRPr>
            </a:pPr>
            <a:r>
              <a:t>Signal normalization:  x_norm(s) = (x(s) - min x) / (max x - min x + eps)</a:t>
            </a:r>
          </a:p>
          <a:p>
            <a:pPr>
              <a:defRPr sz="1800">
                <a:solidFill>
                  <a:srgbClr val="132446"/>
                </a:solidFill>
              </a:defRPr>
            </a:pPr>
            <a:r>
              <a:t>IsolationForest label:  is_anomaly_i = 1 if IF(x_i) = -1 else 0</a:t>
            </a:r>
          </a:p>
          <a:p>
            <a:pPr>
              <a:defRPr sz="1800">
                <a:solidFill>
                  <a:srgbClr val="132446"/>
                </a:solidFill>
              </a:defRPr>
            </a:pPr>
            <a:r>
              <a:t>Residual fusion score: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score(s) = wt*ct*trace(s) + wm*cm*metric(s) + wl*cl*log(s)*hub(s) + wg*graph(s) + lambda*baseline_delta(s)</a:t>
            </a:r>
          </a:p>
          <a:p>
            <a:pPr>
              <a:defRPr sz="1800">
                <a:solidFill>
                  <a:srgbClr val="132446"/>
                </a:solidFill>
              </a:defRPr>
            </a:pPr>
            <a:r>
              <a:t>Gateway penalty: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score'(s) = score(s) / (1 + br * max(0, out_degree(s) - floor))</a:t>
            </a:r>
          </a:p>
          <a:p>
            <a:pPr>
              <a:defRPr sz="1800">
                <a:solidFill>
                  <a:srgbClr val="132446"/>
                </a:solidFill>
              </a:defRPr>
            </a:pPr>
            <a:r>
              <a:t>MicroRCA symmetric ratio idea: |fault - normal| / ((fault + normal)/2 + 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6) Proof: Reported Results in Literature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Method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4206240" y="1280160"/>
            <a:ext cx="310896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Setting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498079" y="1280160"/>
            <a:ext cx="39319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Reported result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RC-LLM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108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Original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498079" y="2286000"/>
            <a:ext cx="3931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23.75% accuracy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383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RC-LLM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206240" y="3154680"/>
            <a:ext cx="3108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Final residual fusion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498079" y="3154680"/>
            <a:ext cx="3931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48.25% accuracy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MicroRCA-Agent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206240" y="4023360"/>
            <a:ext cx="3108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Final score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7498079" y="4023360"/>
            <a:ext cx="3931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50.71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3383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MicroRCA-Agent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06240" y="4892040"/>
            <a:ext cx="31089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Best ablation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498079" y="4892040"/>
            <a:ext cx="3931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Log+Metric = 51.27</a:t>
            </a:r>
          </a:p>
          <a:p>
            <a:pPr>
              <a:defRPr sz="1200">
                <a:solidFill>
                  <a:srgbClr val="475569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32446"/>
                </a:solidFill>
              </a:defRPr>
            </a:pPr>
            <a:r>
              <a:t>Interpretation: multimodal filtering + structured reasoning consistently beats naive direct prompting.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7) CAMARCA Runtime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206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from camarca.pipeline import run_hybrid_window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start = pd.Timestamp("2022-05-09T06:40:17Z")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end = pd.Timestamp("2022-05-09T06:50:17Z")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res = run_hybrid_window(start, end)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print(res.rows)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print(res.fused_ranking[:5])</a:t>
            </a:r>
          </a:p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print(res.modality_confidence)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544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rows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How many log/trace/metric records were used in this time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10896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top5 ranking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Top candidate components with fused confidence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66344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modality_confidence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Global trust levels for trace, metric, and log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8) Why This Is Explainable (Not a Black Box)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32446"/>
                </a:solidFill>
              </a:defRPr>
            </a:pPr>
            <a:r>
              <a:t>Each result can be decomposed into modality signals + graph pressure + baseline deviation</a:t>
            </a:r>
          </a:p>
          <a:p>
            <a:pPr>
              <a:defRPr sz="2200">
                <a:solidFill>
                  <a:srgbClr val="132446"/>
                </a:solidFill>
              </a:defRPr>
            </a:pPr>
            <a:r>
              <a:t>Competition-style output includes: component, reason, reasoning trace</a:t>
            </a:r>
          </a:p>
          <a:p>
            <a:pPr>
              <a:defRPr sz="2200">
                <a:solidFill>
                  <a:srgbClr val="132446"/>
                </a:solidFill>
              </a:defRPr>
            </a:pPr>
            <a:r>
              <a:t>Cross-check against in-window ground truth events when available</a:t>
            </a:r>
          </a:p>
          <a:p>
            <a:pPr>
              <a:defRPr sz="2200">
                <a:solidFill>
                  <a:srgbClr val="132446"/>
                </a:solidFill>
              </a:defRPr>
            </a:pPr>
            <a:r>
              <a:t>System supports fallback when one modality is weak or missing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Evidence chain format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Metric observation -&gt; Trace propagation -&gt; Log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9) Risks and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Risk 1: LLM hallucination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Mitigation: constrained JSON outputs, evidence-first prompts, optional non-LLM baseline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Risk 2: missing modalities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Mitigation: residual/flexible fusion; baseline delta and graph still contribute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Risk 3: noisy logs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Mitigation: template compression + top-pattern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Risk 4: topology dynamics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Mitigation: dynamic graph from current window traces, not static dependency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84048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Risk 5: model/context cost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Mitigation: filtering, caching, partitioned parquet loading, compact payloads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10) What Is Implemented in CAMARCA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32446"/>
                </a:solidFill>
              </a:defRPr>
            </a:pPr>
            <a:r>
              <a:t>Pipeline orchestration: window load -&gt; modality products -&gt; graph -&gt; fusion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Interfaces: Python API, CLI, FastAPI endpoints, Streamlit dashboard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Performance helpers: parquet preference, partition loading, window cache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Outputs: structured RCA JSON + optional LLM iterative reasoning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Evaluation script: advanced_evaluation.py for tuning and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11) Roadmap: Next Technical Upgrades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32446"/>
                </a:solidFill>
              </a:defRPr>
            </a:pPr>
            <a:r>
              <a:t>Add retrieval-augmented evidence checks to reduce hallucination risk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Introduce judge/jury verification across multiple reasoning agents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Improve node-level disambiguation with finer infra and placement features</a:t>
            </a:r>
          </a:p>
          <a:p>
            <a:pPr>
              <a:defRPr sz="2100">
                <a:solidFill>
                  <a:srgbClr val="132446"/>
                </a:solidFill>
              </a:defRPr>
            </a:pPr>
            <a:r>
              <a:t>Auto-generate incident reports with confidence intervals and false-positive hints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9496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446"/>
                </a:solidFill>
              </a:defRPr>
            </a:pPr>
            <a:r>
              <a:t>Target outcome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Higher top-1 accuracy and stronger operator trust via auditable RCA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32446"/>
                </a:solidFill>
              </a:rPr>
              <a:t>12)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32446"/>
                </a:solidFill>
              </a:defRPr>
            </a:pPr>
            <a:r>
              <a:t>Zhou et al., Root Cause Analysis Method Based on Large Language Models with Residual Connection Structures (arXiv:2602.08804)</a:t>
            </a:r>
          </a:p>
          <a:p>
            <a:pPr>
              <a:defRPr sz="1600">
                <a:solidFill>
                  <a:srgbClr val="132446"/>
                </a:solidFill>
              </a:defRPr>
            </a:pPr>
            <a:r>
              <a:t>Tang et al., MicroRCA-Agent: Microservice Root Cause Analysis Method Based on Large Language Model Agents (arXiv:2509.15635)</a:t>
            </a:r>
          </a:p>
          <a:p>
            <a:pPr>
              <a:defRPr sz="1600">
                <a:solidFill>
                  <a:srgbClr val="132446"/>
                </a:solidFill>
              </a:defRPr>
            </a:pPr>
            <a:r>
              <a:t>CAMARCA repository modules: pipeline.py, analysis.py, ingest.py, prompt_pack.py, web_api.py, streamlit_app.py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CAMARCA RCA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